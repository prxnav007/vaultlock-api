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CS3503 – Machine Learning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 (&lt;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Registration_No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.&gt;)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 (&lt;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Registration_No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.&gt;)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&lt;Dept. Name&gt;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4425998" y="2891449"/>
            <a:ext cx="33400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Mentor_Name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&lt;Designation&gt;</a:t>
            </a:r>
          </a:p>
          <a:p>
            <a:pPr algn="l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Dept_Name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433320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4-5 concise lines, explain: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real-world problem exists?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affected?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it matter?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3–4 short points: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/ analyse __________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__________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ML to __________ 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improve _________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611882"/>
            <a:ext cx="5431322" cy="2744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short summary: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machine-learning-based solution capable of __________.</a:t>
            </a:r>
          </a:p>
          <a:p>
            <a:pPr marL="0" lv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&lt;add the content and points as per need.&gt;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Analysis &amp;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 Data Sources</a:t>
            </a: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goes into your system?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Analysis/ Processing</a:t>
            </a:r>
          </a:p>
          <a:p>
            <a:pPr marL="0" indent="0" algn="just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Mention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the input prepared or analyzed?</a:t>
            </a:r>
          </a:p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&lt;Add meaningful charts/ diagram also, if required with proper key-observations&gt;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important observations/patterns did you identify?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 architectural diagram of the project.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Methodology and Implementation Process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Flow Charts/Images/ working prototype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programming languages, frameworks, hardware, APIs etc.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pPr algn="just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Point 1.</a:t>
            </a:r>
          </a:p>
          <a:p>
            <a:pPr algn="just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Point 2.</a:t>
            </a:r>
          </a:p>
          <a:p>
            <a:pPr algn="just"/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Point 3.</a:t>
            </a:r>
          </a:p>
          <a:p>
            <a:pPr algn="just"/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&lt;add more points, if needed&gt;</a:t>
            </a:r>
          </a:p>
          <a:p>
            <a:pPr algn="just"/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606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and Challenges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all the risk and challenges related to the project.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EEC87A-A354-40E4-44C7-0E984250BF0A}"/>
              </a:ext>
            </a:extLst>
          </p:cNvPr>
          <p:cNvSpPr txBox="1">
            <a:spLocks/>
          </p:cNvSpPr>
          <p:nvPr/>
        </p:nvSpPr>
        <p:spPr>
          <a:xfrm>
            <a:off x="528320" y="3740148"/>
            <a:ext cx="5431322" cy="26162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 in few lines.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Applications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4147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</a:t>
            </a:r>
          </a:p>
          <a:p>
            <a:pPr marL="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few Sample screenshots of working prototype.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– Application screenshot, Prediction screen, Dashboard, Confusion matrix, Sample prediction, Graph or pie chart of predicted vs actual values.</a:t>
            </a:r>
          </a:p>
          <a:p>
            <a:pPr marL="0" indent="0" algn="just">
              <a:buNone/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325979"/>
            <a:ext cx="11135360" cy="10303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few real-life applications of your project.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&lt;Application 1, Application 2, Application 3 . . . Application 5&gt;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433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developed __________ using __________ to address __________. The final model achieved __________ and demonstrated its potential for __________. </a:t>
            </a:r>
          </a:p>
          <a:p>
            <a:pPr marL="0" indent="0" algn="just">
              <a:buNone/>
            </a:pP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&lt;fill accordingly, and add the points if needed.&gt;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all the Points which you are expecting to add in future for making this more efficient for the real world.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611880"/>
            <a:ext cx="5431322" cy="27444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in form of… 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/ quality 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validation </a:t>
            </a:r>
          </a:p>
          <a:p>
            <a:pPr marL="0" indent="0" algn="just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constraints	or anything else…</a:t>
            </a: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&lt;Student 1_Name&gt;, &lt;Student 2_Name&gt;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&lt;Dept. Name&gt;</a:t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II–Year PBL Project Final Review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Video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just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the Direct URL/Drive link of your project in voice over video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Repository Link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buNone/>
              </a:pPr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 GitHub Repo link of your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577</Words>
  <Application>Microsoft Office PowerPoint</Application>
  <PresentationFormat>Widescreen</PresentationFormat>
  <Paragraphs>104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CS3503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Pratham Verma</cp:lastModifiedBy>
  <cp:revision>16</cp:revision>
  <dcterms:created xsi:type="dcterms:W3CDTF">2025-03-10T15:11:33Z</dcterms:created>
  <dcterms:modified xsi:type="dcterms:W3CDTF">2026-09-24T06:06:07Z</dcterms:modified>
</cp:coreProperties>
</file>